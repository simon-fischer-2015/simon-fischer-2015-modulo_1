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79D7F8-07FB-5C0C-1CDA-E810699F1B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E3EDD1F-4BCB-4098-8EA3-FE46535BDB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608E93-5557-2B5A-34BA-BC1B8FBDB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A50D-4217-4AA3-B5A4-72255E1765C2}" type="datetimeFigureOut">
              <a:rPr lang="es-AR" smtClean="0"/>
              <a:t>15/4/2026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B2C158-999F-D9E6-EC7B-E22B41779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3A3111-8958-64D7-7D80-68A16B9C8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C86E2-D19C-475D-9430-13580019178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51508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347BE0-7FE5-958C-06B9-D92DC9336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568C98-C756-0A4C-3AC9-838AD9352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8BFBC7-E33E-93D9-60EF-1BEC04AF2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A50D-4217-4AA3-B5A4-72255E1765C2}" type="datetimeFigureOut">
              <a:rPr lang="es-AR" smtClean="0"/>
              <a:t>15/4/2026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E63ECE-A56B-27C1-E8B6-48C3407F8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2FC041-5349-BFBB-561A-7400C7666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C86E2-D19C-475D-9430-13580019178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62332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339D8E-E149-29B2-B095-56A8A1A61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17A76E-AD26-CD32-29EB-4E8C99821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A87764-E9DD-A6FB-D97D-76A582E18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A50D-4217-4AA3-B5A4-72255E1765C2}" type="datetimeFigureOut">
              <a:rPr lang="es-AR" smtClean="0"/>
              <a:t>15/4/2026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77CB2D-0AA8-5FEA-63E9-706E5D334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56C03C-1A60-0410-1CDD-D0D055BCC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C86E2-D19C-475D-9430-13580019178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20586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9D80B7-3D43-8913-AD8E-4EFEC31CE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227726-B5FD-0A72-1014-3EC786CB3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1538D22-E46A-0708-1224-214B2F6DD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F4CA89E-3AF8-E8D2-DFC7-4B6083D2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A50D-4217-4AA3-B5A4-72255E1765C2}" type="datetimeFigureOut">
              <a:rPr lang="es-AR" smtClean="0"/>
              <a:t>15/4/2026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4036DAA-36C9-B174-6EA2-2D979F227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6F45A5C-D87F-D523-17AF-C74E5E0FC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C86E2-D19C-475D-9430-13580019178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54317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BFE106-52D1-CCD5-E6B7-3E4EC20ED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D14821A-94C2-D88A-B84D-D9A323025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E4BD20-33F9-C820-5C9F-116EEA33AA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0A97CF7-269F-0790-80C2-E67500C3D8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8077C9-7D20-94E3-6FA4-1212C723F7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B057040-C05C-FAE6-7A92-1B6CD5B9C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A50D-4217-4AA3-B5A4-72255E1765C2}" type="datetimeFigureOut">
              <a:rPr lang="es-AR" smtClean="0"/>
              <a:t>15/4/2026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70A1247-FD2C-6040-0E64-E0A362325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99F1A85-D980-BAE8-424D-654764E91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C86E2-D19C-475D-9430-13580019178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00647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A56591-686D-9CA9-0781-BFD93875B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D2FD1D1-356E-84D6-67F6-3277A8C82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A50D-4217-4AA3-B5A4-72255E1765C2}" type="datetimeFigureOut">
              <a:rPr lang="es-AR" smtClean="0"/>
              <a:t>15/4/2026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82678AC-71BE-E595-AD52-01178D701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6E015A2-B4FC-A513-72F4-E05C3062E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C86E2-D19C-475D-9430-13580019178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57479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EF6C975-B57B-E3C2-8783-353D95A38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A50D-4217-4AA3-B5A4-72255E1765C2}" type="datetimeFigureOut">
              <a:rPr lang="es-AR" smtClean="0"/>
              <a:t>15/4/2026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6B27715-1947-6682-FFD3-8DE1FDEDD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F99C0B-11D0-25C5-9B5B-CA9903B29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C86E2-D19C-475D-9430-13580019178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05341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72BFA5-2C5C-1E49-E86C-2FF69E435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70BE96-CDDB-5AEC-88E6-D5AC9E7A5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42E7D46-4DBA-7D36-546A-EB63EA340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B4E27F0-F7AB-C430-4BC4-D034BC5AC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A50D-4217-4AA3-B5A4-72255E1765C2}" type="datetimeFigureOut">
              <a:rPr lang="es-AR" smtClean="0"/>
              <a:t>15/4/2026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B01F5F-36F7-DF1B-4151-887EB68D0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0A20E9-08DA-6C52-DA77-73A30ACC2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C86E2-D19C-475D-9430-13580019178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3299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96153D-A5E2-AFF7-F56D-D5D207E02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F518D70-3666-1D30-3184-A397F6445C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98D7971-80AB-49E0-2A46-6612B4D4A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398A4CE-6CBD-108A-C5FF-B882298D7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A50D-4217-4AA3-B5A4-72255E1765C2}" type="datetimeFigureOut">
              <a:rPr lang="es-AR" smtClean="0"/>
              <a:t>15/4/2026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FB55B5-F629-7EFF-D6DB-CA02B3771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E62748-0B8D-845C-16DB-2AE3CC95F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C86E2-D19C-475D-9430-13580019178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94195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3372D5-CAAD-16FC-004E-027925C4F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3518606-8B53-D4CE-641D-0AD770C11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9F4511-4151-02E2-DFE1-2C2E0CE15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A50D-4217-4AA3-B5A4-72255E1765C2}" type="datetimeFigureOut">
              <a:rPr lang="es-AR" smtClean="0"/>
              <a:t>15/4/2026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FC790-69B2-55A8-D98B-53C0F33B4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6AE93A-6A25-BB59-AA5B-FAEE9EE13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C86E2-D19C-475D-9430-13580019178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67911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75BD0F-F1DA-C0FD-1884-5706142980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39B7825-0D50-CA29-E61E-F20D86091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37042D-7C7B-FD09-80A0-5213E1BB2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A50D-4217-4AA3-B5A4-72255E1765C2}" type="datetimeFigureOut">
              <a:rPr lang="es-AR" smtClean="0"/>
              <a:t>15/4/2026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04C435-1034-E6CE-7B88-74805160A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688BAB-9526-4A9C-FFC1-080450780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C86E2-D19C-475D-9430-13580019178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07659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1DFCFCC-F30D-AAA3-0B8A-03E3F6464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ADBF2EA-5FFE-5927-AEA1-B28BF8F4CD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5C0A9B-35D5-13E4-CE00-08A86FCF48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DCA50D-4217-4AA3-B5A4-72255E1765C2}" type="datetimeFigureOut">
              <a:rPr lang="es-AR" smtClean="0"/>
              <a:t>15/4/2026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2F6EFB-2FDD-30BE-EAF7-993FB7D72F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5AC2D5-5390-5ADA-CB6C-AC4911062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2C86E2-D19C-475D-9430-13580019178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66501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D77D1A-DAA1-41E3-1692-95B4C681FB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C156B5-17E4-511B-7AA6-D190792423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C3EC22E-9757-3CA9-DC8C-D97B0FD1F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04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340914F-3952-F342-C26F-61CF514F8E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315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FE07717-42E5-2DF2-2531-061422337A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9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2DBCC3A-DA92-E21F-C4B7-BD13B77C14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453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9FC598D-164E-5B27-FE1A-8D0B905E57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546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3DDC5C-8B58-B31E-F91D-9F3D5032B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92C7BC-B7E3-F8FA-2477-55486B8BD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B11B303-598A-0BD2-8686-4269E27BE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767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7810777-67AC-6432-5112-0A7FA22E97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942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Panorámica</PresentationFormat>
  <Paragraphs>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Luciano Correa</dc:creator>
  <cp:lastModifiedBy>Luciano Correa</cp:lastModifiedBy>
  <cp:revision>1</cp:revision>
  <dcterms:created xsi:type="dcterms:W3CDTF">2026-04-15T22:42:57Z</dcterms:created>
  <dcterms:modified xsi:type="dcterms:W3CDTF">2026-04-15T22:46:20Z</dcterms:modified>
</cp:coreProperties>
</file>